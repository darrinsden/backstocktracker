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</a:rPr>
              <a:t>Backstock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FDCE7"/>
                </a:solidFill>
              </a:rPr>
              <a:t>iOS field tool for Jacent Area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8C8D6"/>
                </a:solidFill>
              </a:rPr>
              <a:t>Tracks scanned product credits against the $149.99 per-box limit.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2C2"/>
                </a:solidFill>
              </a:rPr>
              <a:t>Prepared for the Head of IT  ·  Darrin Horn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What AMs do today, and why it's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2A44"/>
                </a:solidFill>
              </a:rPr>
              <a:t>•  Area Managers scan returned / clearance product into boxes during store visits.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2A44"/>
                </a:solidFill>
              </a:rPr>
              <a:t>•  Every box has a hard $149.99 credit limit; over-limit boxes need TM email approval.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2A44"/>
                </a:solidFill>
              </a:rPr>
              <a:t>•  Before this app: paper logs + a calculator + a phone call to the TM.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2A44"/>
                </a:solidFill>
              </a:rPr>
              <a:t>•  Math errors meant rejected boxes, time on rework, and lost credits.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2A44"/>
                </a:solidFill>
              </a:rPr>
              <a:t>•  Per-store catalog scoping (same UPC, different prices at Target vs. Walmart) made paper-tracking error-prone.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60-second 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What the AM does, screen by screen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Sign in once — picks identity from the roster CSV (no passwords).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Scan UPC with the camera (VisionKit) — instant catalog lookup, running total.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Audible confirm / error tones; red banner for not-in-catalog and wrong-store.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At $149.99 the Submit button becomes Request Approval — opens a pre-filled email to the TM.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Submitted box auto-uploads to the team feed; history is filterable per-store and per-area.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Pick-list flow lets any AM in the area mark items to be pulled from another AM's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Users &amp; operating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Who's on it, who supports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Jacent AMs nationwide (single role today).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Roster sourced from one Drive CSV — ~hundreds of active AMs.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Each AM works one Area; Areas roll up into Territories; Territories own a TM (approver).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Catalog ~10s of thousands of SKUs, refreshed daily.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Currently on TestFlight; build 17 is the latest.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iPhone-only (camera scanning), iOS 17+.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Offline-capable scanning; sync-when-online for team feed.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No back-office UI — Drive CSVs are the admin surface.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Single maintainer today (Darrin) — this presentation is in part to widen that.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SwiftUI front, SwiftData on-device, CloudKit for team 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749039" cy="475488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6F8B"/>
                </a:solidFill>
              </a:rPr>
              <a:t>Client (iOS)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SwiftUI + SwiftData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Single-file app (~10K LOC)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VisionKit DataScanner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AVFoundation for audio cues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Zero third-party SPM deps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49039" cy="475488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6F8B"/>
                </a:solidFill>
              </a:rPr>
              <a:t>Reference data (Drive)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area_managers.csv  ·  roster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catalog.csv  ·  UPC → price/name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stores.csv  ·  area scoping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territory_managers.csv  ·  TM email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Atomic full-replace on each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749039" cy="475488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6F8B"/>
                </a:solidFill>
              </a:rPr>
              <a:t>Team sync (CloudKit)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iCloud public DB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Record type: BackstockSession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Anonymous records — no PII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Area-scoped queries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2A44"/>
                </a:solidFill>
              </a:rPr>
              <a:t>•  Optimistic + retry on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Reference data: 4 Drive CSVs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Each file is the canonical source for one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Schema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828799"/>
            <a:ext cx="12191695" cy="640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A44"/>
                </a:solidFill>
              </a:rPr>
              <a:t>area_managers.csv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451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2A44"/>
                </a:solidFill>
              </a:rPr>
              <a:t>employeeNumber, firstName, lastName, territory, area, 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606039"/>
            <a:ext cx="12191695" cy="640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A44"/>
                </a:solidFill>
              </a:rPr>
              <a:t>catalog.csv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5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2A44"/>
                </a:solidFill>
              </a:rPr>
              <a:t>upc, name, price, commodity, store, retailPrice, rank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3383279"/>
            <a:ext cx="12191695" cy="640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2899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A44"/>
                </a:solidFill>
              </a:rPr>
              <a:t>stores.csv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42899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2A44"/>
                </a:solidFill>
              </a:rPr>
              <a:t>store, storeNumber, area, shortName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160519"/>
            <a:ext cx="12191695" cy="64008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2A44"/>
                </a:solidFill>
              </a:rPr>
              <a:t>territory_managers.csv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062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2A44"/>
                </a:solidFill>
              </a:rPr>
              <a:t>territory,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492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A5A"/>
                </a:solidFill>
              </a:rPr>
              <a:t>All files are Google Drive “Anyone with link can view.” App accepts any Drive URL form; SyncService.normalizeSourceURL rewrites to the direct-download form before fetching. Each sync is atomic full-replace, so a bad row never half-applies.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Security &amp; data residency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What leaves the device, what doesn't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Reference CSVs: read-only fetch from Drive, anonymous (no Google auth).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Submitted boxes: pushed to CloudKit public DB as anonymous records — no submitter identity, no employee number, no email.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Local-only PII: the signed-in AM's name / email lives in SwiftData on-device, never in the cloud record.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TM approval: sent through the user's own Mail.app — Jacent Exchange / GWS handles transport; we never relay through a third-party server.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Camera: scoped to barcode scanning only (VisionKit DataScanner). Info.plist NSCameraUsageDescription pending before App Store release.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No analytics SDKs, no crash-reporter SDKs, no third-party network endpoints other than Apple + Google Drive.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On-device schema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How we ship model changes without nuking installs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SwiftData ModelContainer init runs through a BackstockMigrationPlan.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Today: one version (BackstockSchemaV1) holding 8 @Model types.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Future change → copy to V2, add a MigrationStage (.lightweight for additive, .custom for renames/splits).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If migration ever fails for real disk/sandbox reasons, app routes to a StorageErrorView with a Copy-diagnostics affordance — no crash on first launch.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Test-flight build numbers are bumped manually; archive → upload to App Store Connect.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CloudKit team-sync — 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What's deployed, what's still required for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Container: iCloud.com.jacent.BackstockTracker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Record type: BackstockSession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Idempotent on session UUID (no duplicate records)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Optimistic cache + retryPending sweep on launch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Read-side scrub for a known catalog-text corruption issue (chain-name leak)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TO DO before production: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Make submittedAt Sortable, area Queryable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Open BackstockSession Write + Delete to Authenticated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Deploy schema from Development to Production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Enable iCloud capability in Xcode 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Cross-platform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Why a Firestore migration is staged behind a flag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CloudKit ties team-sync to Apple devices. Android port is on the roadmap.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FirestoreSyncService.swift is in the repo as scaffolding (not yet linked into the target).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Public API mirrors CloudSyncService 1:1 — call sites can be flipped behind a useFirestore feature flag without touching the views.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Plan: dual-write for one TestFlight cycle, then flip reads, then retire CloudKit writes.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data-contract.md (repo root) is the canonical Firestore schema — same shape across iOS and the eventual Android client.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Dependencies &amp;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Deliberately small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Today: zero third-party SPM packages, zero CocoaPods. Apple frameworks only.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Frameworks in use: SwiftUI, SwiftData, AVFoundation, VisionKit, Vision, MessageUI, CloudKit, BackgroundTasks.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External services: Google Drive (CSV hosting, read-only), Apple CloudKit (team sync), Apple iCloud Auth (anonymous).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Planned additions (Firestore migration): FirebaseFirestore + FirebaseAuth via SPM — first third-party deps. Documented exemption in CLAUDE.md.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2A44"/>
                </a:solidFill>
              </a:rPr>
              <a:t>•  Build toolchain: Xcode 15+, ships to TestFlight from a single developer Mac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Known risks &amp; open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What I want IT eyes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Bus factor: single maintainer (me). Need a second engineer or contractor with Swift familiarity.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Apple Dev account: currently personal; should be a Jacent organisation account for continuity.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iCloud container is under the personal Dev account — same continuity concern. Migration to a Jacent container = re-key + roster reset.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Drive CSV permissions: anyone-with-link. Acceptable for read-only catalog data; should be reviewed against Jacent data-handling policy.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No formal observability: errors surface as in-app banners + manual TestFlight reports. Crashlytics-equivalent (or Apple's Xcode Organizer crashes) needs to be the bar before larger rollout.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Pending Info.plist additions (NSCameraUsageDescription, BG task identifiers) before App Store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Roadmap (next 2 quarters)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Sequenced for risk reduction first, features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Q2 2026 — CloudKit production deploy, App Store submission, NSCameraUsageDescription, organisation Dev account.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Q2 2026 — Firestore scaffolding wired in behind a flag; dual-write one TestFlight cycle.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Q3 2026 — Flip reads to Firestore; retire CloudKit writes; HistoryView filter chips.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Q3 2026 — Android port (same Drive sources, same Firestore contract).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F2A44"/>
                </a:solidFill>
              </a:rPr>
              <a:t>•  Q3 2026 — Background-refresh sync for catalog/roster; in-app diagnostics export.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I need from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DCE7"/>
                </a:solidFill>
              </a:rPr>
              <a:t>Concrete, sequenced 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1.  Jacent-owned Apple Developer Program enrolment + transfer of the app + iCloud container.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2.  Decision on Drive hosting — keep as-is (read-only anyone-with-link) or move to a service account / shared drive.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3.  Approval to add Firebase (Firestore + Auth) as the cross-platform backend; an org-owned GCP project to host 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4.  Sign-off on data classification: anonymous record contents (store / store# / box / item names / prices / submittedAt) — confirm none is PII per Jacent policy.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5.  A second engineer (Swift or generalist) for bus-factor and Android port.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2A44"/>
                </a:solidFill>
              </a:rPr>
              <a:t>•  6.  Distribution choice for production: public App Store, or managed in-house via Apple Business Manager.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Backstock Tracker  ·  IT introduction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FDCE7"/>
                </a:solidFill>
              </a:rPr>
              <a:t>Darrin Horn  ·  darrinsden@mac.com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8C8D6"/>
                </a:solidFill>
              </a:rPr>
              <a:t>Repo: ~/jacent/BackstockTracker  ·  Branch: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